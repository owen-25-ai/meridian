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1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029200" cy="5029200"/>
          </a:xfrm>
          <a:prstGeom prst="ellipse">
            <a:avLst/>
          </a:prstGeom>
          <a:solidFill>
            <a:srgbClr val="5EEA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home/claude/pptx_build/assets/meridian-lo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92728" y="2331720"/>
            <a:ext cx="4206240" cy="12618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324612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where to go, before it becomes urgent.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388620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Symptom-to-Specialist Triage  ·  AI-Assisted Care Navigation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41368" y="5394960"/>
            <a:ext cx="3108960" cy="402336"/>
          </a:xfrm>
          <a:prstGeom prst="roundRect">
            <a:avLst>
              <a:gd name="adj" fmla="val 50000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41368" y="5394960"/>
            <a:ext cx="3108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PeddieHacks 2026  ·  Health Track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3A223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3" name="Image 0" descr="/home/claude/pptx_build/assets/icon-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3520440" cy="251460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8562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140M+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77724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visits occur in the U.S. every year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3730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CDC, NCHS Data Brief 478 (2021)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89120" y="1600200"/>
            <a:ext cx="3520440" cy="251460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17720" y="18562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5</a:t>
            </a:r>
            <a:endParaRPr lang="en-US" sz="5000" dirty="0"/>
          </a:p>
        </p:txBody>
      </p:sp>
      <p:sp>
        <p:nvSpPr>
          <p:cNvPr id="11" name="Text 8"/>
          <p:cNvSpPr/>
          <p:nvPr/>
        </p:nvSpPr>
        <p:spPr>
          <a:xfrm>
            <a:off x="461772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adults visits an ER at least once a year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617720" y="3730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CDC, NHSR (2014 survey data)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8229600" y="1600200"/>
            <a:ext cx="3520440" cy="251460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1856232"/>
            <a:ext cx="3063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~19%</a:t>
            </a:r>
            <a:endParaRPr lang="en-US" sz="5000" dirty="0"/>
          </a:p>
        </p:txBody>
      </p:sp>
      <p:sp>
        <p:nvSpPr>
          <p:cNvPr id="15" name="Text 12"/>
          <p:cNvSpPr/>
          <p:nvPr/>
        </p:nvSpPr>
        <p:spPr>
          <a:xfrm>
            <a:off x="8458200" y="28072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recent ER visits were driven by a closed doctor's office or lack of other access — not medical urgency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458200" y="3730752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CDC, NHSR (2014 survey data)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48640" y="443484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clear signal for urgency, people either overload emergency rooms with non-critical concerns — or delay care for something that couldn't wait. Meridian closes that gap.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turns a plain-language symptom description into two things: which type of care to seek, and how urgent it is.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1" descr="/home/claude/pptx_build/assets/icon-Message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38201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148840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 input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17320" y="2532888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forms, no dropdowns — just describe what you're feeling, by typing or speaking.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38728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1" name="Image 2" descr="/home/claude/pptx_build/assets/icon-Sparkl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680460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47288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+ rules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17320" y="3831336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rule engine keeps every recommendation safe and explainable; Gemini AI extends it to free-form, real-world phrasing.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837176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5" name="Image 3" descr="/home/claude/pptx_build/assets/icon-Shiel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789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745736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Routes, never diagnoses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17320" y="5129784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tells you where to go and how fast — the diagnosis itself always stays with a licensed clinician.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522476" y="214884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1" descr="/home/claude/pptx_build/assets/icon-MessageSqu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4208" y="229057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2971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Describe symptoms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31520" y="3566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text, plain language — typed or spoken.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3072384" y="301752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1" name="Shape 7"/>
          <p:cNvSpPr/>
          <p:nvPr/>
        </p:nvSpPr>
        <p:spPr>
          <a:xfrm>
            <a:off x="3319272" y="182880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293108" y="214884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3" name="Image 2" descr="/home/claude/pptx_build/assets/icon-ListChec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2905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02152" y="2971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Rule engine matches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3502152" y="3566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symptom clusters map to a specialist and urgency tier.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843016" y="301752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6089904" y="182880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063740" y="214884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9" name="Image 3" descr="/home/claude/pptx_build/assets/icon-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5472" y="2290572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72784" y="2971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Gemini AI enriches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6272784" y="3566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open-ended phrasing; generates rationale and a checklist.</a:t>
            </a:r>
            <a:endParaRPr lang="en-US" sz="1150" dirty="0"/>
          </a:p>
        </p:txBody>
      </p:sp>
      <p:sp>
        <p:nvSpPr>
          <p:cNvPr id="22" name="Text 16"/>
          <p:cNvSpPr/>
          <p:nvPr/>
        </p:nvSpPr>
        <p:spPr>
          <a:xfrm>
            <a:off x="8613648" y="3017520"/>
            <a:ext cx="2377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E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17"/>
          <p:cNvSpPr/>
          <p:nvPr/>
        </p:nvSpPr>
        <p:spPr>
          <a:xfrm>
            <a:off x="8860536" y="1828800"/>
            <a:ext cx="2514600" cy="3017520"/>
          </a:xfrm>
          <a:prstGeom prst="roundRect">
            <a:avLst>
              <a:gd name="adj" fmla="val 5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9834372" y="214884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5" name="Image 4" descr="/home/claude/pptx_build/assets/icon-MapP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104" y="2290572"/>
            <a:ext cx="283464" cy="2834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043416" y="2971800"/>
            <a:ext cx="2148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Take action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043416" y="356616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surfaces real, nearby care on the map.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call sits on the critical path for the rule-based core — recommendations resolve instantly, even offline.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3A2230"/>
          </a:solidFill>
          <a:ln w="12700">
            <a:solidFill>
              <a:srgbClr val="F87171"/>
            </a:solidFill>
            <a:prstDash val="solid"/>
          </a:ln>
        </p:spPr>
      </p:sp>
      <p:pic>
        <p:nvPicPr>
          <p:cNvPr id="3" name="Image 0" descr="/home/claude/pptx_build/assets/icon-Alert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 — the Emergency Case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4864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48640" y="202996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"Chest tightness and shortness of breath"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926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321868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Medical Services — seek care immediately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114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440740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rationale, a 3-step action checklist, and questions to bring to a clinician</a:t>
            </a:r>
            <a:endParaRPr lang="en-US" sz="1400" dirty="0"/>
          </a:p>
        </p:txBody>
      </p:sp>
      <p:pic>
        <p:nvPicPr>
          <p:cNvPr id="11" name="Image 1" descr="/home/claude/pptx_build/assets/shot-emerg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015" y="1202436"/>
            <a:ext cx="6035040" cy="47274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MapP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Action — Routine Case &amp; Real-World Next Step</a:t>
            </a:r>
            <a:endParaRPr lang="en-US" sz="2500" dirty="0"/>
          </a:p>
        </p:txBody>
      </p:sp>
      <p:pic>
        <p:nvPicPr>
          <p:cNvPr id="5" name="Image 1" descr="/home/claude/pptx_build/assets/shot-ma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18645"/>
            <a:ext cx="5486400" cy="287791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206283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Google Maps results — real clinics, real distances, zero extra steps.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92240" y="1828800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92240" y="2121408"/>
            <a:ext cx="5150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"Ankle pain when walking"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492240" y="3063240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492240" y="3355848"/>
            <a:ext cx="5150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Care Physician or Orthopedic Specialist — Routine, schedule an appointment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492240" y="4297680"/>
            <a:ext cx="51508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492240" y="4590288"/>
            <a:ext cx="515081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on “Find near you” opens live, nearby results — no separate search needed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Spark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1" descr="/home/claude/pptx_build/assets/icon-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or voice input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49808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freely or speak your symptoms aloud.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315968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17136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2" name="Image 2" descr="/home/claude/pptx_build/assets/icon-Cpu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8745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8928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AI + rules engine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4517136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core, extended by Gemini AI for open-ended language.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83296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84464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7" name="Image 3" descr="/home/claude/pptx_build/assets/icon-Alert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18745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06256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urgency system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8284464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Emergency, Soon, Routine, Monitor — color-coded and unambiguous.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2" name="Image 4" descr="/home/claude/pptx_build/assets/icon-Clipboard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2336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Rationale + checklist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749808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“why” and what to do next, plus clinician questions.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315968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17136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7" name="Image 5" descr="/home/claude/pptx_build/assets/icon-MapP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402336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38928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care lookup</a:t>
            </a:r>
            <a:endParaRPr lang="en-US" sz="1350" dirty="0"/>
          </a:p>
        </p:txBody>
      </p:sp>
      <p:sp>
        <p:nvSpPr>
          <p:cNvPr id="29" name="Text 21"/>
          <p:cNvSpPr/>
          <p:nvPr/>
        </p:nvSpPr>
        <p:spPr>
          <a:xfrm>
            <a:off x="4517136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opens live, nearby results on Google Maps.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8083296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84464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2" name="Image 6" descr="/home/claude/pptx_build/assets/icon-Palet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4023360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06256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interface</a:t>
            </a:r>
            <a:endParaRPr lang="en-US" sz="1350" dirty="0"/>
          </a:p>
        </p:txBody>
      </p:sp>
      <p:sp>
        <p:nvSpPr>
          <p:cNvPr id="34" name="Text 25"/>
          <p:cNvSpPr/>
          <p:nvPr/>
        </p:nvSpPr>
        <p:spPr>
          <a:xfrm>
            <a:off x="8284464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calm, glassmorphic design built for a stressful moment.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49808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1" descr="/home/claude/pptx_build/assets/icon-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2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749808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CSS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15968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17136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2" name="Image 2" descr="/home/claude/pptx_build/assets/icon-Palet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87452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38928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Icons &amp; Design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4517136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lucide-react, custom glass UI system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083296" y="155448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284464" y="175564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7" name="Image 3" descr="/home/claude/pptx_build/assets/icon-Sparkle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3336" y="1874520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06256" y="173736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Layer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8284464" y="237744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free-text symptom parsing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49808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2" name="Image 4" descr="/home/claude/pptx_build/assets/icon-ListCheck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23360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71600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Logic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9808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 engine — zero network dependency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4315968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4517136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7" name="Image 5" descr="/home/claude/pptx_build/assets/icon-Clou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6008" y="4023360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138928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4517136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local dev server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8083296" y="3703320"/>
            <a:ext cx="3538728" cy="1874520"/>
          </a:xfrm>
          <a:prstGeom prst="roundRect">
            <a:avLst>
              <a:gd name="adj" fmla="val 6829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8284464" y="3904488"/>
            <a:ext cx="475488" cy="47548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2" name="Image 6" descr="/home/claude/pptx_build/assets/icon-Githu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3336" y="4023360"/>
            <a:ext cx="237744" cy="23774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06256" y="3886200"/>
            <a:ext cx="25328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8284464" y="452628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repository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3" name="Image 0" descr="/home/claude/pptx_build/assets/icon-Trending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644652"/>
            <a:ext cx="283464" cy="2834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25880" y="4846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What's Next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doesn't just answer “what's wrong” — it answers “what do I do now.”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48640" y="2240280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7" name="Image 1" descr="/home/claude/pptx_build/assets/icon-Trending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382012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7320" y="2148840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Fewer wrong-door visits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1417320" y="2532888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routing means fewer non-emergency ER visits, and faster action on the real ones.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548640" y="3538728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1" name="Image 2" descr="/home/claude/pptx_build/assets/icon-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680460"/>
            <a:ext cx="283464" cy="28346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417320" y="3447288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scale</a:t>
            </a:r>
            <a:endParaRPr lang="en-US" sz="1700" dirty="0"/>
          </a:p>
        </p:txBody>
      </p:sp>
      <p:sp>
        <p:nvSpPr>
          <p:cNvPr id="13" name="Text 8"/>
          <p:cNvSpPr/>
          <p:nvPr/>
        </p:nvSpPr>
        <p:spPr>
          <a:xfrm>
            <a:off x="1417320" y="3831336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rule-engine architecture extends to insurance-aware routing, multiple languages, and real provider directories.</a:t>
            </a:r>
            <a:endParaRPr lang="en-US" sz="1350" dirty="0"/>
          </a:p>
        </p:txBody>
      </p:sp>
      <p:sp>
        <p:nvSpPr>
          <p:cNvPr id="14" name="Shape 9"/>
          <p:cNvSpPr/>
          <p:nvPr/>
        </p:nvSpPr>
        <p:spPr>
          <a:xfrm>
            <a:off x="548640" y="4837176"/>
            <a:ext cx="566928" cy="566928"/>
          </a:xfrm>
          <a:prstGeom prst="ellipse">
            <a:avLst/>
          </a:prstGeom>
          <a:solidFill>
            <a:srgbClr val="1B3A3E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5" name="Image 3" descr="/home/claude/pptx_build/assets/icon-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978908"/>
            <a:ext cx="283464" cy="28346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745736"/>
            <a:ext cx="10225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the moment</a:t>
            </a:r>
            <a:endParaRPr lang="en-US" sz="1700" dirty="0"/>
          </a:p>
        </p:txBody>
      </p:sp>
      <p:sp>
        <p:nvSpPr>
          <p:cNvPr id="17" name="Text 11"/>
          <p:cNvSpPr/>
          <p:nvPr/>
        </p:nvSpPr>
        <p:spPr>
          <a:xfrm>
            <a:off x="1417320" y="5129784"/>
            <a:ext cx="98142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9A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Calm, jargon-free guidance for people who are stressed, scared, or just unsure — exactly when clarity matters most.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 ·  PEDDIEHACKS 2026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3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029200" cy="5029200"/>
          </a:xfrm>
          <a:prstGeom prst="ellipse">
            <a:avLst/>
          </a:prstGeom>
          <a:solidFill>
            <a:srgbClr val="5EEAD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22D3EE">
              <a:alpha val="7000"/>
            </a:srgbClr>
          </a:solidFill>
          <a:ln/>
        </p:spPr>
      </p:sp>
      <p:pic>
        <p:nvPicPr>
          <p:cNvPr id="4" name="Image 0" descr="/home/claude/pptx_build/assets/meridian-ic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1508" y="1371600"/>
            <a:ext cx="868680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2514600"/>
            <a:ext cx="94484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4F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371600" y="329184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— know where to go, before it becomes urgent.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569568" y="42519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pic>
        <p:nvPicPr>
          <p:cNvPr id="8" name="Image 1" descr="/home/claude/pptx_build/assets/icon-Git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160" y="43388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136496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678528" y="42519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pic>
        <p:nvPicPr>
          <p:cNvPr id="11" name="Image 2" descr="/home/claude/pptx_build/assets/icon-Play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3120" y="43388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45456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787488" y="4251960"/>
            <a:ext cx="2834640" cy="502920"/>
          </a:xfrm>
          <a:prstGeom prst="roundRect">
            <a:avLst>
              <a:gd name="adj" fmla="val 49091"/>
            </a:avLst>
          </a:prstGeom>
          <a:solidFill>
            <a:srgbClr val="12283B"/>
          </a:solidFill>
          <a:ln w="12700">
            <a:solidFill>
              <a:srgbClr val="24425C"/>
            </a:solidFill>
            <a:prstDash val="solid"/>
          </a:ln>
        </p:spPr>
      </p:sp>
      <p:pic>
        <p:nvPicPr>
          <p:cNvPr id="14" name="Image 3" descr="/home/claude/pptx_build/assets/icon-File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2080" y="43388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354416" y="42519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4F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Devpost Submission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371600" y="6035040"/>
            <a:ext cx="94484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E73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PeddieHacks 2026  ·  Health Track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2026-08-16T14:26:57Z</dcterms:created>
  <dcterms:modified xsi:type="dcterms:W3CDTF">2026-08-16T14:26:57Z</dcterms:modified>
</cp:coreProperties>
</file>